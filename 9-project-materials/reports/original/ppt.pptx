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4FFE7-E58F-1DB6-DE37-281E4E7A6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20685F-7BF7-F65C-FB2F-EA2FA76D1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27F659-8A60-5C66-486A-ABC79571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D1A588-73C5-FFDE-9D48-5ECF75F43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E6963-0212-3DCD-7968-BF8A51BE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511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ECF37-EE40-9492-C163-A5960310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16C072-6536-9E1C-F54E-4F0E78518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146865-088B-4551-5519-82AD180A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A3F5A6-02F7-80F3-5866-C6C42557C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B25F1-4C61-DDDE-14AE-8C334FC9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87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ECF69-C2E6-8EA9-F14F-906EB40CA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0C24B0-3D1E-EDF0-7EDD-EDD0295BF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D5B329-00D0-08BD-7231-7D7FFCBC9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CAFAA-DAAB-224C-EA58-E611058C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02C550-3729-0409-47F4-73D9CC81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2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1C115-EACA-A2A3-6EDC-CC69D8C5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4590A3-3E8E-279C-FE25-EE4AFE604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AE3945-C863-7294-57AF-32A29B4AC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04FAFF-0576-5694-0388-829769924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980DF8-E955-1C30-D868-0BFFEBEC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5D0088-BA9D-806A-8641-D188C374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48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9BB19-2D86-CF9E-55AC-EDA562C2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542211-C10C-E82A-28EE-4910FEAA6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16F74C-B15E-F808-E8CD-01BF77D0E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E5A922-0D3D-C403-05C8-7C9DA23ED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35F4C6-B27F-DB92-B3BD-E58B0E373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B90107-0991-8D30-E2DC-BA3A9CDD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B0E6EF-48CD-20C5-4AD8-50F0086F6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491229-9234-E8E5-1312-C9FF2FB6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926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042C6-87D0-3F1C-D49E-B493E6D49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467710-4FCF-EF35-84E7-AABAB106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7F85F6-B8E6-B90A-62F9-B0EE7DF1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30FD77-7AB1-8F71-4D9B-D62813F3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002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B34BA-F107-6E5C-66EA-70F3989D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4CB353-7D53-AF1A-9CF6-4E3E314A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A7310D-A057-F68E-5E59-D30AD751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8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E0FA6-3244-1BF4-5FA4-0144CEA5C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46A8A-4627-52A7-C56C-527E7BD6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0CA246-D55F-C404-C958-7E14CA328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AAFFD-7661-0C9E-AD89-C9E51241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E3D982-56FF-EC83-9A9F-84D6FA1A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0F73CF-077D-9411-9950-F93F5676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837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4D80C-0687-2B57-F6D2-87345F24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F5CFC6-F9D2-CCFC-B025-72D456193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E2A803-9CF9-B3A1-3784-1F35FECAC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4F80AE-9DE5-B9BB-5469-CC6D07564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612550-4275-B342-8D7B-15B259DEE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5D3F8F-8B89-5C11-73C9-FFE99885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686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15CF3-E519-7CD7-96BE-864082F2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4DA007-665F-B18A-87DA-525F39C68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6DE125-AD9F-251B-3B0C-12DFA262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EAB319-67D4-62A6-FD26-A9851457E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FC84F6-34F8-066A-9DC6-84FDA9AA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56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4C7E6-F388-A42D-40F0-9E82562F8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C9B8D4-B8A5-403E-3E26-3F365AD73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C17470-C6C0-D4C7-304B-8289AB5F1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D05834-48AC-7BD5-ADCE-AD0B6DAD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F3AB00-9ABB-BB5A-B05E-A1AE9F07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86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E84FB5-EC9B-B83B-DAD2-D879568E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F69933-E662-D288-4F04-0F4D3D961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9DB63D-1A9F-FD0B-DDB2-EBAF773C7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B2B7E-5098-437E-B18D-5F312FB0F1D8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D0AC01-34BD-3101-97E3-EC52BCE2C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6B9093-0C9B-C9E0-5084-16A1E5501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562AF-A0D4-4D6E-B5D5-DC5A2DB13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3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1BAEAA3-07F3-26AC-88CF-6EB17C3B9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272431"/>
              </p:ext>
            </p:extLst>
          </p:nvPr>
        </p:nvGraphicFramePr>
        <p:xfrm>
          <a:off x="1631896" y="1132620"/>
          <a:ext cx="4955717" cy="324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1349254831"/>
                    </a:ext>
                  </a:extLst>
                </a:gridCol>
                <a:gridCol w="1442039">
                  <a:extLst>
                    <a:ext uri="{9D8B030D-6E8A-4147-A177-3AD203B41FA5}">
                      <a16:colId xmlns:a16="http://schemas.microsoft.com/office/drawing/2014/main" val="321200360"/>
                    </a:ext>
                  </a:extLst>
                </a:gridCol>
                <a:gridCol w="1425678">
                  <a:extLst>
                    <a:ext uri="{9D8B030D-6E8A-4147-A177-3AD203B41FA5}">
                      <a16:colId xmlns:a16="http://schemas.microsoft.com/office/drawing/2014/main" val="276165029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指标</a:t>
                      </a:r>
                    </a:p>
                  </a:txBody>
                  <a:tcPr marL="149588" marR="149588" marT="74794" marB="747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计算方式</a:t>
                      </a:r>
                    </a:p>
                  </a:txBody>
                  <a:tcPr marL="149588" marR="149588" marT="74794" marB="747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结果</a:t>
                      </a:r>
                    </a:p>
                  </a:txBody>
                  <a:tcPr marL="149588" marR="149588" marT="74794" marB="74794" anchor="ctr"/>
                </a:tc>
                <a:extLst>
                  <a:ext uri="{0D108BD9-81ED-4DB2-BD59-A6C34878D82A}">
                    <a16:rowId xmlns:a16="http://schemas.microsoft.com/office/drawing/2014/main" val="94830219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系统采纳正确率</a:t>
                      </a:r>
                      <a:endParaRPr lang="zh-CN" sz="20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49588" marR="149588" marT="74794" marB="747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56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149588" marR="149588" marT="74794" marB="747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66.67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149588" marR="149588" marT="74794" marB="74794" anchor="ctr"/>
                </a:tc>
                <a:extLst>
                  <a:ext uri="{0D108BD9-81ED-4DB2-BD59-A6C34878D82A}">
                    <a16:rowId xmlns:a16="http://schemas.microsoft.com/office/drawing/2014/main" val="32731505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人工可用准确率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68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84</a:t>
                      </a:r>
                      <a:endParaRPr lang="zh-CN" sz="20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80.95 %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9904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正确但未采纳率</a:t>
                      </a:r>
                      <a:endParaRPr lang="zh-CN" sz="20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49588" marR="149588" marT="74794" marB="747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12 </a:t>
                      </a:r>
                      <a:r>
                        <a:rPr 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149588" marR="149588" marT="74794" marB="747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14.29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zh-CN" sz="20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49588" marR="149588" marT="74794" marB="74794" anchor="ctr"/>
                </a:tc>
                <a:extLst>
                  <a:ext uri="{0D108BD9-81ED-4DB2-BD59-A6C34878D82A}">
                    <a16:rowId xmlns:a16="http://schemas.microsoft.com/office/drawing/2014/main" val="289876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漏抽率</a:t>
                      </a:r>
                      <a:endParaRPr lang="zh-CN" sz="20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49588" marR="149588" marT="74794" marB="747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/ 84</a:t>
                      </a:r>
                      <a:endParaRPr lang="zh-CN" sz="20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49588" marR="149588" marT="74794" marB="747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0 %</a:t>
                      </a:r>
                      <a:endParaRPr lang="zh-CN" sz="20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49588" marR="149588" marT="74794" marB="74794" anchor="ctr"/>
                </a:tc>
                <a:extLst>
                  <a:ext uri="{0D108BD9-81ED-4DB2-BD59-A6C34878D82A}">
                    <a16:rowId xmlns:a16="http://schemas.microsoft.com/office/drawing/2014/main" val="1858657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待定率</a:t>
                      </a:r>
                      <a:endParaRPr lang="zh-CN" sz="20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49588" marR="149588" marT="74794" marB="747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/ 84</a:t>
                      </a:r>
                      <a:endParaRPr lang="zh-CN" sz="20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49588" marR="149588" marT="74794" marB="747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0 %</a:t>
                      </a:r>
                      <a:endParaRPr lang="zh-CN" sz="20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49588" marR="149588" marT="74794" marB="74794" anchor="ctr"/>
                </a:tc>
                <a:extLst>
                  <a:ext uri="{0D108BD9-81ED-4DB2-BD59-A6C34878D82A}">
                    <a16:rowId xmlns:a16="http://schemas.microsoft.com/office/drawing/2014/main" val="368568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04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49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橙鱼</dc:creator>
  <cp:lastModifiedBy>橙鱼</cp:lastModifiedBy>
  <cp:revision>2</cp:revision>
  <dcterms:created xsi:type="dcterms:W3CDTF">2026-06-29T08:13:50Z</dcterms:created>
  <dcterms:modified xsi:type="dcterms:W3CDTF">2026-06-29T08:41:53Z</dcterms:modified>
</cp:coreProperties>
</file>